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-86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8B0F5-D4A5-1296-F607-CDFD4958F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057B1-EFCD-358B-9E4F-285347D71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A1E7A-3FD7-21E1-CAAD-F245B6BEF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B32BD-6491-2D2A-D39A-7893A594E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8547B-6181-A22B-93FA-D0570571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46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C4D3-FAAE-2DE3-AAE2-78E616E2E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5A719-3ED5-82CF-F8D3-B8DF951BD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8AFFA-10D4-EA21-2EF3-AD9A36A92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36FCD-CF6F-62D3-C82B-AF28D578A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837CC-31E6-F9B6-0F20-7B818DE38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84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10DAB-12E9-2AC4-84C7-D1E8070C5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0BA30-E3E8-8C10-774C-1FB9E5735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12EFE-A940-F67D-EC4C-7617CC47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1AB4C-D356-D41A-AF66-43E8D6F5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AC0BC-19EC-B6F1-693A-DB80C9EAE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426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EF18D-D8E1-86C0-0A97-167A3A1CC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A3272-9D90-75DD-BEBB-308196CD0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D8CA2-95ED-0568-D921-B4C95E395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25BBC5-2AC8-98AC-4778-B61C5DB3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0EBBB-4D29-01D1-9069-75D98DC82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F2739-A34F-AE87-A591-E708073E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626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FBA9-E3ED-54C5-926E-35C84C47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50B00-0051-403D-6987-3F5C63370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D89B1-0C40-C777-10D1-C2341FB9C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9A428-45FB-9A5D-13D6-4BA743C0D5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22D86-47A1-1DB8-642E-99A08F9D3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8BDDF-3964-7CA1-8EC8-3891B8F71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D882B-480D-5ADA-9D43-45C39B0AF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8ED69B-4221-D3D0-A31C-70AEF9A9A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51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30BF-BB00-FFF9-1C47-1027545F9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80DC49-A304-2CD0-49E6-395AF6473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A226E-358C-CA1F-A71D-7465367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D14CFD-67BD-9C4F-190E-725BA295B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83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88C8F3-BEAE-59CC-3353-C902698A2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1730FE-CB6A-B2A7-07C3-F492479F6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9E6B9-016E-5D61-6C3F-647FE45A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856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D5295-276D-C2C5-120C-31E81692A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6F007-C659-EE03-4E0D-FD4670159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8399D-81CA-E4B3-022A-D3E4F58E1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99AE4-B89A-FA7D-6E0E-F910CF361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8D93CC-7C7B-FCA4-4763-21C97C147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8AEBF-3E99-E924-D298-EC24E79A7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326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BC829-11DC-2C4E-4FA0-75C4DCA6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35851A-E9BC-8FED-3568-EB3B7A5BEC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F73DD-9D38-59B9-E646-0A6CA2A00B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602C0-4FBA-B05F-37BF-EEA7B1E1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9E5B6-41A4-C790-70B1-CB6EF481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F6D54-7CAB-A1CB-0FE5-698B7553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62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C47DC-2787-C31C-7865-7F5B476C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95395-FE46-EE40-F4A0-5115A1CE6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F1CCE-B852-4579-D132-FE76E80E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607D0-18E2-9FFD-8786-DCB9468ED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B0452-7A9A-63B9-7BB7-85A1854EE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317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91B0B0-1D0B-19A0-58C8-B8320BCDC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7C8E38-8366-F6F9-5E42-DC8571BDE1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E9E7-4D27-6987-FB4F-FECB0A248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78049-D7D8-148E-4359-CD4A078E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5F4F0-E183-FE17-E7F1-AFE68BA9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588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302E1-77EE-217A-7B95-C7AA7614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C2421-3724-7B42-A22F-156671905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91E71-B38B-A2D4-3477-6A3E7862D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F9FF5-F21B-43AE-B28C-A4B3FDFDB1BE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F9F39-2677-7E2E-1B9B-8EA1340E9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A9B2B-0BD6-60A7-75E1-A44A5F496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4E5516-9915-46D4-B28F-E345FBFC3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96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429D-3670-2789-FD49-6AB68EE0F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589"/>
            <a:ext cx="9144000" cy="625643"/>
          </a:xfrm>
        </p:spPr>
        <p:txBody>
          <a:bodyPr>
            <a:normAutofit/>
          </a:bodyPr>
          <a:lstStyle/>
          <a:p>
            <a:r>
              <a:rPr lang="en-IN" sz="3200" b="1" dirty="0"/>
              <a:t>PhonePe Transaction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34A460-BB9B-E6CD-5F06-816C6D27C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16506"/>
            <a:ext cx="9144000" cy="625644"/>
          </a:xfrm>
        </p:spPr>
        <p:txBody>
          <a:bodyPr/>
          <a:lstStyle/>
          <a:p>
            <a:r>
              <a:rPr lang="en-IN" b="1" dirty="0"/>
              <a:t>Data Analytics Project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DDFA02-30EB-BB32-5300-BACB459381A1}"/>
              </a:ext>
            </a:extLst>
          </p:cNvPr>
          <p:cNvSpPr txBox="1"/>
          <p:nvPr/>
        </p:nvSpPr>
        <p:spPr>
          <a:xfrm>
            <a:off x="0" y="517357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Python | SQL Server | </a:t>
            </a:r>
            <a:r>
              <a:rPr lang="en-IN" dirty="0" err="1"/>
              <a:t>Streamlit</a:t>
            </a:r>
            <a:r>
              <a:rPr lang="en-IN" dirty="0"/>
              <a:t> | Power BI</a:t>
            </a:r>
          </a:p>
        </p:txBody>
      </p:sp>
    </p:spTree>
    <p:extLst>
      <p:ext uri="{BB962C8B-B14F-4D97-AF65-F5344CB8AC3E}">
        <p14:creationId xmlns:p14="http://schemas.microsoft.com/office/powerpoint/2010/main" val="283358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28092-6014-D91C-6128-7FCC3105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r>
              <a:rPr lang="en-IN" sz="2800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6FB01-1AE9-D535-BB89-D0B6CC9A8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000" dirty="0" err="1"/>
              <a:t>Analyzed</a:t>
            </a:r>
            <a:r>
              <a:rPr lang="en-IN" sz="2000" dirty="0"/>
              <a:t> </a:t>
            </a:r>
            <a:r>
              <a:rPr lang="en-IN" sz="2000" b="1" dirty="0"/>
              <a:t>PhonePe transaction data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Studied </a:t>
            </a:r>
            <a:r>
              <a:rPr lang="en-IN" sz="2000" b="1" dirty="0"/>
              <a:t>transactions, users, and transaction value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Used </a:t>
            </a:r>
            <a:r>
              <a:rPr lang="en-IN" sz="2000" b="1" dirty="0"/>
              <a:t>Python, SQL Server, </a:t>
            </a:r>
            <a:r>
              <a:rPr lang="en-IN" sz="2000" b="1" dirty="0" err="1"/>
              <a:t>Streamlit</a:t>
            </a:r>
            <a:r>
              <a:rPr lang="en-IN" sz="2000" b="1" dirty="0"/>
              <a:t>, and Power BI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Created </a:t>
            </a:r>
            <a:r>
              <a:rPr lang="en-IN" sz="2000" b="1" dirty="0"/>
              <a:t>business insights and interactive dashboards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0179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B7993-286D-49D9-EDB9-EEB4B1E2F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749ED-896D-084C-69E8-68B9B5F78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000" dirty="0"/>
              <a:t>🐍 </a:t>
            </a:r>
            <a:r>
              <a:rPr lang="en-IN" sz="2000" b="1" dirty="0"/>
              <a:t>Python &amp; Pandas</a:t>
            </a:r>
            <a:r>
              <a:rPr lang="en-IN" sz="2000" dirty="0"/>
              <a:t> — Data Cleaning </a:t>
            </a:r>
          </a:p>
          <a:p>
            <a:pPr lvl="0"/>
            <a:r>
              <a:rPr lang="en-IN" sz="2000" dirty="0"/>
              <a:t>🗄️ </a:t>
            </a:r>
            <a:r>
              <a:rPr lang="en-IN" sz="2000" b="1" dirty="0"/>
              <a:t>SQL Server</a:t>
            </a:r>
            <a:r>
              <a:rPr lang="en-IN" sz="2000" dirty="0"/>
              <a:t> — Data Storage &amp; Queries </a:t>
            </a:r>
          </a:p>
          <a:p>
            <a:pPr lvl="0"/>
            <a:r>
              <a:rPr lang="en-IN" sz="2000" dirty="0"/>
              <a:t>📊 </a:t>
            </a:r>
            <a:r>
              <a:rPr lang="en-IN" sz="2000" b="1" dirty="0"/>
              <a:t>Power BI</a:t>
            </a:r>
            <a:r>
              <a:rPr lang="en-IN" sz="2000" dirty="0"/>
              <a:t> — Data Visualization </a:t>
            </a:r>
          </a:p>
          <a:p>
            <a:pPr lvl="0"/>
            <a:r>
              <a:rPr lang="en-IN" sz="2000" dirty="0"/>
              <a:t>🌐 </a:t>
            </a:r>
            <a:r>
              <a:rPr lang="en-IN" sz="2000" b="1" dirty="0" err="1"/>
              <a:t>Streamlit</a:t>
            </a:r>
            <a:r>
              <a:rPr lang="en-IN" sz="2000" dirty="0"/>
              <a:t> — Interactive Dashboard </a:t>
            </a:r>
          </a:p>
          <a:p>
            <a:pPr lvl="0"/>
            <a:r>
              <a:rPr lang="en-IN" sz="2000" dirty="0"/>
              <a:t>📈 </a:t>
            </a:r>
            <a:r>
              <a:rPr lang="en-IN" sz="2000" b="1" dirty="0" err="1"/>
              <a:t>Plotly</a:t>
            </a:r>
            <a:r>
              <a:rPr lang="en-IN" sz="2000" dirty="0"/>
              <a:t> — Interactive Charts &amp; Maps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282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3207-5A7D-F4C8-62B1-81C438648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Data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461BF-BC1F-CE04-B03C-4C6F96B57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b="1" dirty="0"/>
              <a:t>Source:</a:t>
            </a:r>
            <a:r>
              <a:rPr lang="en-IN" dirty="0"/>
              <a:t> PhonePe Pulse Dataset </a:t>
            </a:r>
          </a:p>
          <a:p>
            <a:pPr lvl="0"/>
            <a:r>
              <a:rPr lang="en-IN" b="1" dirty="0"/>
              <a:t>Extraction:</a:t>
            </a:r>
            <a:r>
              <a:rPr lang="en-IN" dirty="0"/>
              <a:t> Python </a:t>
            </a:r>
          </a:p>
          <a:p>
            <a:pPr lvl="0"/>
            <a:r>
              <a:rPr lang="en-IN" b="1" dirty="0"/>
              <a:t>Processing:</a:t>
            </a:r>
            <a:r>
              <a:rPr lang="en-IN" dirty="0"/>
              <a:t> Pandas for data cleaning </a:t>
            </a:r>
          </a:p>
          <a:p>
            <a:pPr lvl="0"/>
            <a:r>
              <a:rPr lang="en-IN" b="1" dirty="0"/>
              <a:t>Analysis:</a:t>
            </a:r>
            <a:r>
              <a:rPr lang="en-IN" dirty="0"/>
              <a:t> SQL Server + </a:t>
            </a:r>
            <a:r>
              <a:rPr lang="en-IN" dirty="0" err="1"/>
              <a:t>Pytho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 algn="ctr">
              <a:buNone/>
            </a:pPr>
            <a:r>
              <a:rPr lang="en-IN" dirty="0"/>
              <a:t>Data → Python → Pandas → SQL Server → Visualization</a:t>
            </a:r>
          </a:p>
        </p:txBody>
      </p:sp>
    </p:spTree>
    <p:extLst>
      <p:ext uri="{BB962C8B-B14F-4D97-AF65-F5344CB8AC3E}">
        <p14:creationId xmlns:p14="http://schemas.microsoft.com/office/powerpoint/2010/main" val="427002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D4E7-D52F-CD34-58CF-66ACF22A4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Business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C8AE7-3C38-9F0E-0839-EF6BAEF63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Transaction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User &amp; Device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Insurance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State-wise Analysis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sz="2000" dirty="0"/>
              <a:t>Growth &amp; Trend Analysis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72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9E302-33F6-5B9F-2D87-9187A570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SQL Server Analysis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A30E2-9313-5E6C-D1A5-DEC3E1A4E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dirty="0"/>
              <a:t>Stored PhonePe data in </a:t>
            </a:r>
            <a:r>
              <a:rPr lang="en-IN" sz="2000" b="1" dirty="0"/>
              <a:t>SQL Server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Created tables for </a:t>
            </a:r>
            <a:r>
              <a:rPr lang="en-IN" sz="2000" b="1" dirty="0"/>
              <a:t>transactions, users, and insurance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Used </a:t>
            </a:r>
            <a:r>
              <a:rPr lang="en-IN" sz="2000" b="1" dirty="0"/>
              <a:t>SQL queries</a:t>
            </a:r>
            <a:r>
              <a:rPr lang="en-IN" sz="2000" dirty="0"/>
              <a:t> for business analysis </a:t>
            </a:r>
          </a:p>
          <a:p>
            <a:pPr lvl="0"/>
            <a:r>
              <a:rPr lang="en-IN" sz="2000" dirty="0"/>
              <a:t>Calculated </a:t>
            </a:r>
            <a:r>
              <a:rPr lang="en-IN" sz="2000" b="1" dirty="0"/>
              <a:t>KPIs and trends</a:t>
            </a:r>
            <a:r>
              <a:rPr lang="en-IN" sz="2000" dirty="0"/>
              <a:t> from the database</a:t>
            </a:r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endParaRPr lang="en-IN" sz="2000" dirty="0"/>
          </a:p>
          <a:p>
            <a:pPr marL="0" indent="0" algn="ctr">
              <a:buNone/>
            </a:pPr>
            <a:r>
              <a:rPr lang="en-IN" sz="2000" dirty="0"/>
              <a:t>SQL → Analysis →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183126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C7EB6-CC63-1FE9-C577-65FB10AA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 err="1"/>
              <a:t>Streamlit</a:t>
            </a:r>
            <a:r>
              <a:rPr lang="en-IN" sz="3200" b="1" dirty="0"/>
              <a:t>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FEADC5-AD60-044B-5FB4-123FF3A7335B}"/>
              </a:ext>
            </a:extLst>
          </p:cNvPr>
          <p:cNvSpPr txBox="1"/>
          <p:nvPr/>
        </p:nvSpPr>
        <p:spPr>
          <a:xfrm>
            <a:off x="701040" y="2316480"/>
            <a:ext cx="49706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Interactive </a:t>
            </a:r>
            <a:r>
              <a:rPr lang="en-IN" b="1" dirty="0"/>
              <a:t>KPI cards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Filters</a:t>
            </a:r>
            <a:r>
              <a:rPr lang="en-IN" dirty="0"/>
              <a:t> for data exploration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Interactive </a:t>
            </a:r>
            <a:r>
              <a:rPr lang="en-IN" b="1" dirty="0"/>
              <a:t>charts and India maps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EF99DBB-CADC-BAC4-680A-B3E0124F4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729" y="1825625"/>
            <a:ext cx="6757911" cy="3721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272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53DE-5BF2-0A4E-552E-80D4151A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DBB54-ED1F-2637-FC73-E8CF1ECEE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sz="2000" b="1" dirty="0"/>
              <a:t>Transaction:</a:t>
            </a:r>
            <a:r>
              <a:rPr lang="en-IN" sz="2000" dirty="0"/>
              <a:t> PhonePe has very high transaction volume and value. </a:t>
            </a:r>
          </a:p>
          <a:p>
            <a:pPr lvl="0"/>
            <a:r>
              <a:rPr lang="en-IN" sz="2000" b="1" dirty="0"/>
              <a:t>User:</a:t>
            </a:r>
            <a:r>
              <a:rPr lang="en-IN" sz="2000" dirty="0"/>
              <a:t> User activity varies significantly across states. </a:t>
            </a:r>
          </a:p>
          <a:p>
            <a:pPr lvl="0"/>
            <a:r>
              <a:rPr lang="en-IN" sz="2000" b="1" dirty="0"/>
              <a:t>Insurance:</a:t>
            </a:r>
            <a:r>
              <a:rPr lang="en-IN" sz="2000" dirty="0"/>
              <a:t> Insurance transactions show strong digital adoption. </a:t>
            </a:r>
          </a:p>
          <a:p>
            <a:pPr lvl="0"/>
            <a:r>
              <a:rPr lang="en-IN" sz="2000" b="1" dirty="0"/>
              <a:t>Geography:</a:t>
            </a:r>
            <a:r>
              <a:rPr lang="en-IN" sz="2000" dirty="0"/>
              <a:t> Maharashtra and Karnataka are among the major transaction markets. </a:t>
            </a:r>
          </a:p>
          <a:p>
            <a:pPr lvl="0"/>
            <a:r>
              <a:rPr lang="en-IN" sz="2000" b="1" dirty="0"/>
              <a:t>Trend:</a:t>
            </a:r>
            <a:r>
              <a:rPr lang="en-IN" sz="2000" dirty="0"/>
              <a:t> Digital transactions show strong growth over time.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301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51102-8F2F-EE89-5EEA-1A187D0DB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/>
              <a:t>Project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3BBFD-87D1-7AAD-CB0F-AE3AD9ED0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000" dirty="0"/>
              <a:t>Built a complete </a:t>
            </a:r>
            <a:r>
              <a:rPr lang="en-IN" sz="2000" b="1" dirty="0"/>
              <a:t>ETL and analytics pipeline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Connected </a:t>
            </a:r>
            <a:r>
              <a:rPr lang="en-IN" sz="2000" b="1" dirty="0"/>
              <a:t>Python with SQL Server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Developed an interactive </a:t>
            </a:r>
            <a:r>
              <a:rPr lang="en-IN" sz="2000" b="1" dirty="0" err="1"/>
              <a:t>Streamlit</a:t>
            </a:r>
            <a:r>
              <a:rPr lang="en-IN" sz="2000" b="1" dirty="0"/>
              <a:t> dashboard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Generated </a:t>
            </a:r>
            <a:r>
              <a:rPr lang="en-IN" sz="2000" b="1" dirty="0"/>
              <a:t>data-driven business insights</a:t>
            </a:r>
            <a:endParaRPr lang="en-IN" sz="20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 algn="ctr">
              <a:buNone/>
            </a:pPr>
            <a:r>
              <a:rPr lang="en-IN" dirty="0"/>
              <a:t>Data → Analysis → Visualization → Insights</a:t>
            </a:r>
          </a:p>
        </p:txBody>
      </p:sp>
    </p:spTree>
    <p:extLst>
      <p:ext uri="{BB962C8B-B14F-4D97-AF65-F5344CB8AC3E}">
        <p14:creationId xmlns:p14="http://schemas.microsoft.com/office/powerpoint/2010/main" val="801885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6EE1-1DDB-C812-7C64-1B9C1654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3E97-51E9-D471-2580-7BE7A2D2C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000" dirty="0"/>
              <a:t>Successfully </a:t>
            </a:r>
            <a:r>
              <a:rPr lang="en-IN" sz="2000" dirty="0" err="1"/>
              <a:t>analyzed</a:t>
            </a:r>
            <a:r>
              <a:rPr lang="en-IN" sz="2000" dirty="0"/>
              <a:t> </a:t>
            </a:r>
            <a:r>
              <a:rPr lang="en-IN" sz="2000" b="1" dirty="0"/>
              <a:t>PhonePe transaction data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Combined </a:t>
            </a:r>
            <a:r>
              <a:rPr lang="en-IN" sz="2000" b="1" dirty="0"/>
              <a:t>Python, SQL Server, </a:t>
            </a:r>
            <a:r>
              <a:rPr lang="en-IN" sz="2000" b="1" dirty="0" err="1"/>
              <a:t>Streamlit</a:t>
            </a:r>
            <a:r>
              <a:rPr lang="en-IN" sz="2000" b="1" dirty="0"/>
              <a:t>, and Power BI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Created useful </a:t>
            </a:r>
            <a:r>
              <a:rPr lang="en-IN" sz="2000" b="1" dirty="0"/>
              <a:t>business insights through data analytics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0947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PhonePe Transaction Insights</vt:lpstr>
      <vt:lpstr>Project Overview</vt:lpstr>
      <vt:lpstr>Technology Stack</vt:lpstr>
      <vt:lpstr>Data &amp; Methodology</vt:lpstr>
      <vt:lpstr>Business Cases</vt:lpstr>
      <vt:lpstr>SQL Server Analysis</vt:lpstr>
      <vt:lpstr>Streamlit Dashboard</vt:lpstr>
      <vt:lpstr>Key Business Insights</vt:lpstr>
      <vt:lpstr>Project Outcome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deva392000@outlook.com</dc:creator>
  <cp:lastModifiedBy>deva392000@outlook.com</cp:lastModifiedBy>
  <cp:revision>1</cp:revision>
  <dcterms:created xsi:type="dcterms:W3CDTF">2026-08-19T23:03:29Z</dcterms:created>
  <dcterms:modified xsi:type="dcterms:W3CDTF">2026-08-19T23:03:30Z</dcterms:modified>
</cp:coreProperties>
</file>